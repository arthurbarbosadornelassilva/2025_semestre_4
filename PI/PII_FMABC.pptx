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74" r:id="rId3"/>
    <p:sldId id="260" r:id="rId4"/>
    <p:sldId id="272" r:id="rId5"/>
  </p:sldIdLst>
  <p:sldSz cx="12192000" cy="6858000"/>
  <p:notesSz cx="12192000" cy="6858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3275"/>
    <a:srgbClr val="9FBD3B"/>
    <a:srgbClr val="576E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A91C07-E51C-95CC-0F2D-4A4BA3E378E4}" v="372" dt="2025-11-22T00:08:10.82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111" d="100"/>
          <a:sy n="111" d="100"/>
        </p:scale>
        <p:origin x="558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DUARDO AGUIAR LEITE DA SILVA" userId="S::24.00380-8@maua.br::e874248e-f933-4d52-9558-da4476a38ad7" providerId="AD" clId="Web-{1FA91C07-E51C-95CC-0F2D-4A4BA3E378E4}"/>
    <pc:docChg chg="addSld delSld modSld sldOrd">
      <pc:chgData name="EDUARDO AGUIAR LEITE DA SILVA" userId="S::24.00380-8@maua.br::e874248e-f933-4d52-9558-da4476a38ad7" providerId="AD" clId="Web-{1FA91C07-E51C-95CC-0F2D-4A4BA3E378E4}" dt="2025-11-22T00:08:10.828" v="312"/>
      <pc:docMkLst>
        <pc:docMk/>
      </pc:docMkLst>
      <pc:sldChg chg="modSp">
        <pc:chgData name="EDUARDO AGUIAR LEITE DA SILVA" userId="S::24.00380-8@maua.br::e874248e-f933-4d52-9558-da4476a38ad7" providerId="AD" clId="Web-{1FA91C07-E51C-95CC-0F2D-4A4BA3E378E4}" dt="2025-11-21T23:48:15.152" v="110" actId="20577"/>
        <pc:sldMkLst>
          <pc:docMk/>
          <pc:sldMk cId="0" sldId="256"/>
        </pc:sldMkLst>
        <pc:spChg chg="mod">
          <ac:chgData name="EDUARDO AGUIAR LEITE DA SILVA" userId="S::24.00380-8@maua.br::e874248e-f933-4d52-9558-da4476a38ad7" providerId="AD" clId="Web-{1FA91C07-E51C-95CC-0F2D-4A4BA3E378E4}" dt="2025-11-21T23:43:44.791" v="2" actId="20577"/>
          <ac:spMkLst>
            <pc:docMk/>
            <pc:sldMk cId="0" sldId="256"/>
            <ac:spMk id="3" creationId="{E6E8D73D-72F4-B6D4-65CA-91FCCA936DCF}"/>
          </ac:spMkLst>
        </pc:spChg>
        <pc:spChg chg="mod">
          <ac:chgData name="EDUARDO AGUIAR LEITE DA SILVA" userId="S::24.00380-8@maua.br::e874248e-f933-4d52-9558-da4476a38ad7" providerId="AD" clId="Web-{1FA91C07-E51C-95CC-0F2D-4A4BA3E378E4}" dt="2025-11-21T23:48:15.152" v="110" actId="20577"/>
          <ac:spMkLst>
            <pc:docMk/>
            <pc:sldMk cId="0" sldId="256"/>
            <ac:spMk id="6" creationId="{8F7144E8-36AA-4CF1-B18F-4C998F11B8E6}"/>
          </ac:spMkLst>
        </pc:spChg>
        <pc:spChg chg="mod">
          <ac:chgData name="EDUARDO AGUIAR LEITE DA SILVA" userId="S::24.00380-8@maua.br::e874248e-f933-4d52-9558-da4476a38ad7" providerId="AD" clId="Web-{1FA91C07-E51C-95CC-0F2D-4A4BA3E378E4}" dt="2025-11-21T23:45:03.235" v="24" actId="20577"/>
          <ac:spMkLst>
            <pc:docMk/>
            <pc:sldMk cId="0" sldId="256"/>
            <ac:spMk id="9" creationId="{C11BD897-B763-46EB-9EED-C8987C1680DE}"/>
          </ac:spMkLst>
        </pc:spChg>
      </pc:sldChg>
      <pc:sldChg chg="addSp delSp modSp">
        <pc:chgData name="EDUARDO AGUIAR LEITE DA SILVA" userId="S::24.00380-8@maua.br::e874248e-f933-4d52-9558-da4476a38ad7" providerId="AD" clId="Web-{1FA91C07-E51C-95CC-0F2D-4A4BA3E378E4}" dt="2025-11-22T00:08:10.828" v="312"/>
        <pc:sldMkLst>
          <pc:docMk/>
          <pc:sldMk cId="0" sldId="260"/>
        </pc:sldMkLst>
        <pc:spChg chg="mod">
          <ac:chgData name="EDUARDO AGUIAR LEITE DA SILVA" userId="S::24.00380-8@maua.br::e874248e-f933-4d52-9558-da4476a38ad7" providerId="AD" clId="Web-{1FA91C07-E51C-95CC-0F2D-4A4BA3E378E4}" dt="2025-11-21T23:51:24.424" v="165" actId="20577"/>
          <ac:spMkLst>
            <pc:docMk/>
            <pc:sldMk cId="0" sldId="260"/>
            <ac:spMk id="2" creationId="{00000000-0000-0000-0000-000000000000}"/>
          </ac:spMkLst>
        </pc:spChg>
        <pc:spChg chg="mod">
          <ac:chgData name="EDUARDO AGUIAR LEITE DA SILVA" userId="S::24.00380-8@maua.br::e874248e-f933-4d52-9558-da4476a38ad7" providerId="AD" clId="Web-{1FA91C07-E51C-95CC-0F2D-4A4BA3E378E4}" dt="2025-11-21T23:52:32.128" v="192" actId="20577"/>
          <ac:spMkLst>
            <pc:docMk/>
            <pc:sldMk cId="0" sldId="260"/>
            <ac:spMk id="4" creationId="{E3003055-4ED3-4DB6-903E-B3A96CD78C86}"/>
          </ac:spMkLst>
        </pc:spChg>
        <pc:picChg chg="add mod ord">
          <ac:chgData name="EDUARDO AGUIAR LEITE DA SILVA" userId="S::24.00380-8@maua.br::e874248e-f933-4d52-9558-da4476a38ad7" providerId="AD" clId="Web-{1FA91C07-E51C-95CC-0F2D-4A4BA3E378E4}" dt="2025-11-22T00:05:34.604" v="287"/>
          <ac:picMkLst>
            <pc:docMk/>
            <pc:sldMk cId="0" sldId="260"/>
            <ac:picMk id="5" creationId="{458E0478-BBDD-4CCF-83BD-F032F6439672}"/>
          </ac:picMkLst>
        </pc:picChg>
        <pc:picChg chg="add mod ord">
          <ac:chgData name="EDUARDO AGUIAR LEITE DA SILVA" userId="S::24.00380-8@maua.br::e874248e-f933-4d52-9558-da4476a38ad7" providerId="AD" clId="Web-{1FA91C07-E51C-95CC-0F2D-4A4BA3E378E4}" dt="2025-11-22T00:06:04.949" v="293" actId="1076"/>
          <ac:picMkLst>
            <pc:docMk/>
            <pc:sldMk cId="0" sldId="260"/>
            <ac:picMk id="6" creationId="{C1911F4D-D5F9-162E-B1E9-47303C765F63}"/>
          </ac:picMkLst>
        </pc:picChg>
        <pc:picChg chg="add mod modCrop">
          <ac:chgData name="EDUARDO AGUIAR LEITE DA SILVA" userId="S::24.00380-8@maua.br::e874248e-f933-4d52-9558-da4476a38ad7" providerId="AD" clId="Web-{1FA91C07-E51C-95CC-0F2D-4A4BA3E378E4}" dt="2025-11-22T00:07:52.046" v="308" actId="1076"/>
          <ac:picMkLst>
            <pc:docMk/>
            <pc:sldMk cId="0" sldId="260"/>
            <ac:picMk id="7" creationId="{DBA7A82D-5A3C-87C6-7E2F-4A1D365B4A75}"/>
          </ac:picMkLst>
        </pc:picChg>
        <pc:picChg chg="add mod modCrop">
          <ac:chgData name="EDUARDO AGUIAR LEITE DA SILVA" userId="S::24.00380-8@maua.br::e874248e-f933-4d52-9558-da4476a38ad7" providerId="AD" clId="Web-{1FA91C07-E51C-95CC-0F2D-4A4BA3E378E4}" dt="2025-11-22T00:08:10.828" v="312"/>
          <ac:picMkLst>
            <pc:docMk/>
            <pc:sldMk cId="0" sldId="260"/>
            <ac:picMk id="8" creationId="{6E57BB36-B38F-520C-E8DF-B99754A27B6A}"/>
          </ac:picMkLst>
        </pc:picChg>
        <pc:picChg chg="add del mod">
          <ac:chgData name="EDUARDO AGUIAR LEITE DA SILVA" userId="S::24.00380-8@maua.br::e874248e-f933-4d52-9558-da4476a38ad7" providerId="AD" clId="Web-{1FA91C07-E51C-95CC-0F2D-4A4BA3E378E4}" dt="2025-11-22T00:06:35.263" v="297"/>
          <ac:picMkLst>
            <pc:docMk/>
            <pc:sldMk cId="0" sldId="260"/>
            <ac:picMk id="9" creationId="{34BC836C-8A39-652F-1020-1693120AB0E9}"/>
          </ac:picMkLst>
        </pc:picChg>
        <pc:picChg chg="add mod">
          <ac:chgData name="EDUARDO AGUIAR LEITE DA SILVA" userId="S::24.00380-8@maua.br::e874248e-f933-4d52-9558-da4476a38ad7" providerId="AD" clId="Web-{1FA91C07-E51C-95CC-0F2D-4A4BA3E378E4}" dt="2025-11-22T00:08:00.140" v="310" actId="1076"/>
          <ac:picMkLst>
            <pc:docMk/>
            <pc:sldMk cId="0" sldId="260"/>
            <ac:picMk id="10" creationId="{E74EB82C-448C-FB7E-1F52-90F1F3C3EAD7}"/>
          </ac:picMkLst>
        </pc:picChg>
        <pc:picChg chg="add mod">
          <ac:chgData name="EDUARDO AGUIAR LEITE DA SILVA" userId="S::24.00380-8@maua.br::e874248e-f933-4d52-9558-da4476a38ad7" providerId="AD" clId="Web-{1FA91C07-E51C-95CC-0F2D-4A4BA3E378E4}" dt="2025-11-22T00:07:56.781" v="309" actId="1076"/>
          <ac:picMkLst>
            <pc:docMk/>
            <pc:sldMk cId="0" sldId="260"/>
            <ac:picMk id="11" creationId="{B18752A5-1DC2-06EB-0B99-AC5A109D147F}"/>
          </ac:picMkLst>
        </pc:picChg>
      </pc:sldChg>
      <pc:sldChg chg="modSp add del replId">
        <pc:chgData name="EDUARDO AGUIAR LEITE DA SILVA" userId="S::24.00380-8@maua.br::e874248e-f933-4d52-9558-da4476a38ad7" providerId="AD" clId="Web-{1FA91C07-E51C-95CC-0F2D-4A4BA3E378E4}" dt="2025-11-21T23:59:53.796" v="243"/>
        <pc:sldMkLst>
          <pc:docMk/>
          <pc:sldMk cId="1221257534" sldId="273"/>
        </pc:sldMkLst>
        <pc:spChg chg="mod">
          <ac:chgData name="EDUARDO AGUIAR LEITE DA SILVA" userId="S::24.00380-8@maua.br::e874248e-f933-4d52-9558-da4476a38ad7" providerId="AD" clId="Web-{1FA91C07-E51C-95CC-0F2D-4A4BA3E378E4}" dt="2025-11-21T23:52:51.691" v="194" actId="20577"/>
          <ac:spMkLst>
            <pc:docMk/>
            <pc:sldMk cId="1221257534" sldId="273"/>
            <ac:spMk id="2" creationId="{84ABAC2B-1980-DAAB-FAF1-3F67936A4D4C}"/>
          </ac:spMkLst>
        </pc:spChg>
        <pc:spChg chg="mod">
          <ac:chgData name="EDUARDO AGUIAR LEITE DA SILVA" userId="S::24.00380-8@maua.br::e874248e-f933-4d52-9558-da4476a38ad7" providerId="AD" clId="Web-{1FA91C07-E51C-95CC-0F2D-4A4BA3E378E4}" dt="2025-11-21T23:54:12.818" v="196" actId="20577"/>
          <ac:spMkLst>
            <pc:docMk/>
            <pc:sldMk cId="1221257534" sldId="273"/>
            <ac:spMk id="4" creationId="{FCC68090-40B8-DA70-B86C-4445B4756F30}"/>
          </ac:spMkLst>
        </pc:spChg>
      </pc:sldChg>
      <pc:sldChg chg="modSp add ord replId">
        <pc:chgData name="EDUARDO AGUIAR LEITE DA SILVA" userId="S::24.00380-8@maua.br::e874248e-f933-4d52-9558-da4476a38ad7" providerId="AD" clId="Web-{1FA91C07-E51C-95CC-0F2D-4A4BA3E378E4}" dt="2025-11-21T23:59:48.749" v="242" actId="20577"/>
        <pc:sldMkLst>
          <pc:docMk/>
          <pc:sldMk cId="3895829244" sldId="274"/>
        </pc:sldMkLst>
        <pc:spChg chg="mod">
          <ac:chgData name="EDUARDO AGUIAR LEITE DA SILVA" userId="S::24.00380-8@maua.br::e874248e-f933-4d52-9558-da4476a38ad7" providerId="AD" clId="Web-{1FA91C07-E51C-95CC-0F2D-4A4BA3E378E4}" dt="2025-11-21T23:54:40.928" v="200" actId="20577"/>
          <ac:spMkLst>
            <pc:docMk/>
            <pc:sldMk cId="3895829244" sldId="274"/>
            <ac:spMk id="2" creationId="{6FF23D6F-5162-004B-359A-F7BF71D0A902}"/>
          </ac:spMkLst>
        </pc:spChg>
        <pc:spChg chg="mod">
          <ac:chgData name="EDUARDO AGUIAR LEITE DA SILVA" userId="S::24.00380-8@maua.br::e874248e-f933-4d52-9558-da4476a38ad7" providerId="AD" clId="Web-{1FA91C07-E51C-95CC-0F2D-4A4BA3E378E4}" dt="2025-11-21T23:59:48.749" v="242" actId="20577"/>
          <ac:spMkLst>
            <pc:docMk/>
            <pc:sldMk cId="3895829244" sldId="274"/>
            <ac:spMk id="4" creationId="{A5941E37-C985-4653-F3E7-235B9FC88FE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2E5496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60"/>
              </a:lnSpc>
            </a:pPr>
            <a:r>
              <a:rPr spc="-90" dirty="0"/>
              <a:t>Projeto</a:t>
            </a:r>
            <a:r>
              <a:rPr spc="10" dirty="0"/>
              <a:t> </a:t>
            </a:r>
            <a:r>
              <a:rPr spc="-80" dirty="0"/>
              <a:t>Integrador</a:t>
            </a:r>
            <a:r>
              <a:rPr spc="30" dirty="0"/>
              <a:t> </a:t>
            </a:r>
            <a:r>
              <a:rPr spc="-60" dirty="0"/>
              <a:t>-</a:t>
            </a:r>
            <a:r>
              <a:rPr dirty="0"/>
              <a:t> </a:t>
            </a:r>
            <a:r>
              <a:rPr spc="-85" dirty="0"/>
              <a:t>Front</a:t>
            </a:r>
            <a:r>
              <a:rPr spc="20" dirty="0"/>
              <a:t> </a:t>
            </a:r>
            <a:r>
              <a:rPr spc="-130" dirty="0"/>
              <a:t>End</a:t>
            </a:r>
            <a:r>
              <a:rPr spc="5" dirty="0"/>
              <a:t> </a:t>
            </a:r>
            <a:r>
              <a:rPr spc="-60" dirty="0"/>
              <a:t>-</a:t>
            </a:r>
            <a:r>
              <a:rPr dirty="0"/>
              <a:t> </a:t>
            </a:r>
            <a:r>
              <a:rPr spc="-114" dirty="0"/>
              <a:t>Prof.</a:t>
            </a:r>
            <a:r>
              <a:rPr spc="5" dirty="0"/>
              <a:t> </a:t>
            </a:r>
            <a:r>
              <a:rPr spc="-85" dirty="0"/>
              <a:t>Antonio</a:t>
            </a:r>
            <a:r>
              <a:rPr spc="-15" dirty="0"/>
              <a:t> </a:t>
            </a:r>
            <a:r>
              <a:rPr spc="-130" dirty="0"/>
              <a:t>Guardado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91C127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2E5496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60"/>
              </a:lnSpc>
            </a:pPr>
            <a:r>
              <a:rPr spc="-90" dirty="0"/>
              <a:t>Projeto</a:t>
            </a:r>
            <a:r>
              <a:rPr spc="10" dirty="0"/>
              <a:t> </a:t>
            </a:r>
            <a:r>
              <a:rPr spc="-80" dirty="0"/>
              <a:t>Integrador</a:t>
            </a:r>
            <a:r>
              <a:rPr spc="30" dirty="0"/>
              <a:t> </a:t>
            </a:r>
            <a:r>
              <a:rPr spc="-60" dirty="0"/>
              <a:t>-</a:t>
            </a:r>
            <a:r>
              <a:rPr dirty="0"/>
              <a:t> </a:t>
            </a:r>
            <a:r>
              <a:rPr spc="-85" dirty="0"/>
              <a:t>Front</a:t>
            </a:r>
            <a:r>
              <a:rPr spc="20" dirty="0"/>
              <a:t> </a:t>
            </a:r>
            <a:r>
              <a:rPr spc="-130" dirty="0"/>
              <a:t>End</a:t>
            </a:r>
            <a:r>
              <a:rPr spc="5" dirty="0"/>
              <a:t> </a:t>
            </a:r>
            <a:r>
              <a:rPr spc="-60" dirty="0"/>
              <a:t>-</a:t>
            </a:r>
            <a:r>
              <a:rPr dirty="0"/>
              <a:t> </a:t>
            </a:r>
            <a:r>
              <a:rPr spc="-114" dirty="0"/>
              <a:t>Prof.</a:t>
            </a:r>
            <a:r>
              <a:rPr spc="5" dirty="0"/>
              <a:t> </a:t>
            </a:r>
            <a:r>
              <a:rPr spc="-85" dirty="0"/>
              <a:t>Antonio</a:t>
            </a:r>
            <a:r>
              <a:rPr spc="-15" dirty="0"/>
              <a:t> </a:t>
            </a:r>
            <a:r>
              <a:rPr spc="-130" dirty="0"/>
              <a:t>Guardado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91C127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2E5496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60"/>
              </a:lnSpc>
            </a:pPr>
            <a:r>
              <a:rPr spc="-90" dirty="0"/>
              <a:t>Projeto</a:t>
            </a:r>
            <a:r>
              <a:rPr spc="10" dirty="0"/>
              <a:t> </a:t>
            </a:r>
            <a:r>
              <a:rPr spc="-80" dirty="0"/>
              <a:t>Integrador</a:t>
            </a:r>
            <a:r>
              <a:rPr spc="30" dirty="0"/>
              <a:t> </a:t>
            </a:r>
            <a:r>
              <a:rPr spc="-60" dirty="0"/>
              <a:t>-</a:t>
            </a:r>
            <a:r>
              <a:rPr dirty="0"/>
              <a:t> </a:t>
            </a:r>
            <a:r>
              <a:rPr spc="-85" dirty="0"/>
              <a:t>Front</a:t>
            </a:r>
            <a:r>
              <a:rPr spc="20" dirty="0"/>
              <a:t> </a:t>
            </a:r>
            <a:r>
              <a:rPr spc="-130" dirty="0"/>
              <a:t>End</a:t>
            </a:r>
            <a:r>
              <a:rPr spc="5" dirty="0"/>
              <a:t> </a:t>
            </a:r>
            <a:r>
              <a:rPr spc="-60" dirty="0"/>
              <a:t>-</a:t>
            </a:r>
            <a:r>
              <a:rPr dirty="0"/>
              <a:t> </a:t>
            </a:r>
            <a:r>
              <a:rPr spc="-114" dirty="0"/>
              <a:t>Prof.</a:t>
            </a:r>
            <a:r>
              <a:rPr spc="5" dirty="0"/>
              <a:t> </a:t>
            </a:r>
            <a:r>
              <a:rPr spc="-85" dirty="0"/>
              <a:t>Antonio</a:t>
            </a:r>
            <a:r>
              <a:rPr spc="-15" dirty="0"/>
              <a:t> </a:t>
            </a:r>
            <a:r>
              <a:rPr spc="-130" dirty="0"/>
              <a:t>Guardado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91C127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2E5496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60"/>
              </a:lnSpc>
            </a:pPr>
            <a:r>
              <a:rPr spc="-90" dirty="0"/>
              <a:t>Projeto</a:t>
            </a:r>
            <a:r>
              <a:rPr spc="10" dirty="0"/>
              <a:t> </a:t>
            </a:r>
            <a:r>
              <a:rPr spc="-80" dirty="0"/>
              <a:t>Integrador</a:t>
            </a:r>
            <a:r>
              <a:rPr spc="30" dirty="0"/>
              <a:t> </a:t>
            </a:r>
            <a:r>
              <a:rPr spc="-60" dirty="0"/>
              <a:t>-</a:t>
            </a:r>
            <a:r>
              <a:rPr dirty="0"/>
              <a:t> </a:t>
            </a:r>
            <a:r>
              <a:rPr spc="-85" dirty="0"/>
              <a:t>Front</a:t>
            </a:r>
            <a:r>
              <a:rPr spc="20" dirty="0"/>
              <a:t> </a:t>
            </a:r>
            <a:r>
              <a:rPr spc="-130" dirty="0"/>
              <a:t>End</a:t>
            </a:r>
            <a:r>
              <a:rPr spc="5" dirty="0"/>
              <a:t> </a:t>
            </a:r>
            <a:r>
              <a:rPr spc="-60" dirty="0"/>
              <a:t>-</a:t>
            </a:r>
            <a:r>
              <a:rPr dirty="0"/>
              <a:t> </a:t>
            </a:r>
            <a:r>
              <a:rPr spc="-114" dirty="0"/>
              <a:t>Prof.</a:t>
            </a:r>
            <a:r>
              <a:rPr spc="5" dirty="0"/>
              <a:t> </a:t>
            </a:r>
            <a:r>
              <a:rPr spc="-85" dirty="0"/>
              <a:t>Antonio</a:t>
            </a:r>
            <a:r>
              <a:rPr spc="-15" dirty="0"/>
              <a:t> </a:t>
            </a:r>
            <a:r>
              <a:rPr spc="-130" dirty="0"/>
              <a:t>Guardado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2E5496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60"/>
              </a:lnSpc>
            </a:pPr>
            <a:r>
              <a:rPr spc="-90" dirty="0"/>
              <a:t>Projeto</a:t>
            </a:r>
            <a:r>
              <a:rPr spc="10" dirty="0"/>
              <a:t> </a:t>
            </a:r>
            <a:r>
              <a:rPr spc="-80" dirty="0"/>
              <a:t>Integrador</a:t>
            </a:r>
            <a:r>
              <a:rPr spc="30" dirty="0"/>
              <a:t> </a:t>
            </a:r>
            <a:r>
              <a:rPr spc="-60" dirty="0"/>
              <a:t>-</a:t>
            </a:r>
            <a:r>
              <a:rPr dirty="0"/>
              <a:t> </a:t>
            </a:r>
            <a:r>
              <a:rPr spc="-85" dirty="0"/>
              <a:t>Front</a:t>
            </a:r>
            <a:r>
              <a:rPr spc="20" dirty="0"/>
              <a:t> </a:t>
            </a:r>
            <a:r>
              <a:rPr spc="-130" dirty="0"/>
              <a:t>End</a:t>
            </a:r>
            <a:r>
              <a:rPr spc="5" dirty="0"/>
              <a:t> </a:t>
            </a:r>
            <a:r>
              <a:rPr spc="-60" dirty="0"/>
              <a:t>-</a:t>
            </a:r>
            <a:r>
              <a:rPr dirty="0"/>
              <a:t> </a:t>
            </a:r>
            <a:r>
              <a:rPr spc="-114" dirty="0"/>
              <a:t>Prof.</a:t>
            </a:r>
            <a:r>
              <a:rPr spc="5" dirty="0"/>
              <a:t> </a:t>
            </a:r>
            <a:r>
              <a:rPr spc="-85" dirty="0"/>
              <a:t>Antonio</a:t>
            </a:r>
            <a:r>
              <a:rPr spc="-15" dirty="0"/>
              <a:t> </a:t>
            </a:r>
            <a:r>
              <a:rPr spc="-130" dirty="0"/>
              <a:t>Guardado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1999" cy="657415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7312" y="320611"/>
            <a:ext cx="12017375" cy="574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91C127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69328" y="1895982"/>
            <a:ext cx="11282680" cy="35229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93357" y="6533728"/>
            <a:ext cx="3861435" cy="2311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2E5496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60"/>
              </a:lnSpc>
            </a:pPr>
            <a:r>
              <a:rPr spc="-90" dirty="0"/>
              <a:t>Projeto</a:t>
            </a:r>
            <a:r>
              <a:rPr spc="10" dirty="0"/>
              <a:t> </a:t>
            </a:r>
            <a:r>
              <a:rPr spc="-80" dirty="0"/>
              <a:t>Integrador</a:t>
            </a:r>
            <a:r>
              <a:rPr spc="30" dirty="0"/>
              <a:t> </a:t>
            </a:r>
            <a:r>
              <a:rPr spc="-60" dirty="0"/>
              <a:t>-</a:t>
            </a:r>
            <a:r>
              <a:rPr dirty="0"/>
              <a:t> </a:t>
            </a:r>
            <a:r>
              <a:rPr spc="-85" dirty="0"/>
              <a:t>Front</a:t>
            </a:r>
            <a:r>
              <a:rPr spc="20" dirty="0"/>
              <a:t> </a:t>
            </a:r>
            <a:r>
              <a:rPr spc="-130" dirty="0"/>
              <a:t>End</a:t>
            </a:r>
            <a:r>
              <a:rPr spc="5" dirty="0"/>
              <a:t> </a:t>
            </a:r>
            <a:r>
              <a:rPr spc="-60" dirty="0"/>
              <a:t>-</a:t>
            </a:r>
            <a:r>
              <a:rPr dirty="0"/>
              <a:t> </a:t>
            </a:r>
            <a:r>
              <a:rPr spc="-114" dirty="0"/>
              <a:t>Prof.</a:t>
            </a:r>
            <a:r>
              <a:rPr spc="5" dirty="0"/>
              <a:t> </a:t>
            </a:r>
            <a:r>
              <a:rPr spc="-85" dirty="0"/>
              <a:t>Antonio</a:t>
            </a:r>
            <a:r>
              <a:rPr spc="-15" dirty="0"/>
              <a:t> </a:t>
            </a:r>
            <a:r>
              <a:rPr spc="-130" dirty="0"/>
              <a:t>Guardado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8"/>
          </a:xfrm>
          <a:prstGeom prst="rect">
            <a:avLst/>
          </a:prstGeom>
        </p:spPr>
      </p:pic>
      <p:sp>
        <p:nvSpPr>
          <p:cNvPr id="6" name="Rounded Rectangle 2">
            <a:extLst>
              <a:ext uri="{FF2B5EF4-FFF2-40B4-BE49-F238E27FC236}">
                <a16:creationId xmlns:a16="http://schemas.microsoft.com/office/drawing/2014/main" id="{8F7144E8-36AA-4CF1-B18F-4C998F11B8E6}"/>
              </a:ext>
            </a:extLst>
          </p:cNvPr>
          <p:cNvSpPr/>
          <p:nvPr/>
        </p:nvSpPr>
        <p:spPr>
          <a:xfrm>
            <a:off x="1828800" y="2971800"/>
            <a:ext cx="6705600" cy="1835268"/>
          </a:xfrm>
          <a:prstGeom prst="roundRect">
            <a:avLst/>
          </a:prstGeom>
          <a:solidFill>
            <a:srgbClr val="ED7D31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Integrantes do Grupo (RA – Nome)</a:t>
            </a:r>
          </a:p>
          <a:p>
            <a:pPr>
              <a:defRPr/>
            </a:pPr>
            <a:r>
              <a:rPr lang="pt-BR" sz="2000" kern="0" dirty="0">
                <a:solidFill>
                  <a:prstClr val="white"/>
                </a:solidFill>
                <a:latin typeface="Calibri" panose="020F0502020204030204"/>
                <a:ea typeface="Calibri"/>
                <a:cs typeface="Calibri"/>
              </a:rPr>
              <a:t>24.00813-3 – Arthur Barbosa Dornelas Silva</a:t>
            </a:r>
          </a:p>
          <a:p>
            <a:pPr>
              <a:defRPr/>
            </a:pPr>
            <a:r>
              <a:rPr lang="pt-BR" sz="2000" kern="0" dirty="0">
                <a:solidFill>
                  <a:prstClr val="white"/>
                </a:solidFill>
                <a:latin typeface="Calibri" panose="020F0502020204030204"/>
                <a:ea typeface="Calibri"/>
                <a:cs typeface="Calibri"/>
              </a:rPr>
              <a:t>24.00684-0 – Vitor </a:t>
            </a:r>
            <a:r>
              <a:rPr lang="pt-BR" sz="2000" kern="0" dirty="0" err="1">
                <a:solidFill>
                  <a:prstClr val="white"/>
                </a:solidFill>
                <a:latin typeface="Calibri" panose="020F0502020204030204"/>
                <a:ea typeface="Calibri"/>
                <a:cs typeface="Calibri"/>
              </a:rPr>
              <a:t>Eiken</a:t>
            </a:r>
            <a:r>
              <a:rPr lang="pt-BR" sz="2000" kern="0" dirty="0">
                <a:solidFill>
                  <a:prstClr val="white"/>
                </a:solidFill>
                <a:latin typeface="Calibri" panose="020F0502020204030204"/>
                <a:ea typeface="Calibri"/>
                <a:cs typeface="Calibri"/>
              </a:rPr>
              <a:t> </a:t>
            </a:r>
            <a:r>
              <a:rPr lang="pt-BR" sz="2000" kern="0" dirty="0" err="1">
                <a:solidFill>
                  <a:prstClr val="white"/>
                </a:solidFill>
                <a:latin typeface="Calibri" panose="020F0502020204030204"/>
                <a:ea typeface="Calibri"/>
                <a:cs typeface="Calibri"/>
              </a:rPr>
              <a:t>Tanahara</a:t>
            </a:r>
          </a:p>
          <a:p>
            <a:pPr>
              <a:defRPr/>
            </a:pPr>
            <a:r>
              <a:rPr lang="pt-BR" sz="2000" kern="0" dirty="0">
                <a:solidFill>
                  <a:prstClr val="white"/>
                </a:solidFill>
                <a:latin typeface="Calibri" panose="020F0502020204030204"/>
                <a:ea typeface="Calibri"/>
                <a:cs typeface="Calibri"/>
              </a:rPr>
              <a:t>24.00380-8 – Eduardo Aguiar Leite da Silva</a:t>
            </a:r>
          </a:p>
          <a:p>
            <a:pPr>
              <a:defRPr/>
            </a:pPr>
            <a:r>
              <a:rPr lang="pt-BR" sz="2000" kern="0" dirty="0">
                <a:solidFill>
                  <a:prstClr val="white"/>
                </a:solidFill>
                <a:latin typeface="Calibri" panose="020F0502020204030204"/>
                <a:ea typeface="Calibri"/>
                <a:cs typeface="Calibri"/>
              </a:rPr>
              <a:t>24.01218-0 – Luísa </a:t>
            </a:r>
            <a:r>
              <a:rPr lang="pt-BR" sz="2000" kern="0" dirty="0" err="1">
                <a:solidFill>
                  <a:prstClr val="white"/>
                </a:solidFill>
                <a:latin typeface="Calibri" panose="020F0502020204030204"/>
                <a:ea typeface="Calibri"/>
                <a:cs typeface="Calibri"/>
              </a:rPr>
              <a:t>Lério</a:t>
            </a:r>
            <a:r>
              <a:rPr lang="pt-BR" sz="2000" kern="0" dirty="0">
                <a:solidFill>
                  <a:prstClr val="white"/>
                </a:solidFill>
                <a:latin typeface="Calibri" panose="020F0502020204030204"/>
                <a:ea typeface="Calibri"/>
                <a:cs typeface="Calibri"/>
              </a:rPr>
              <a:t> Leite</a:t>
            </a:r>
          </a:p>
        </p:txBody>
      </p:sp>
      <p:sp>
        <p:nvSpPr>
          <p:cNvPr id="7" name="Rounded Rectangle 5">
            <a:extLst>
              <a:ext uri="{FF2B5EF4-FFF2-40B4-BE49-F238E27FC236}">
                <a16:creationId xmlns:a16="http://schemas.microsoft.com/office/drawing/2014/main" id="{40224E2B-0B81-4735-968C-4EB5D382A94A}"/>
              </a:ext>
            </a:extLst>
          </p:cNvPr>
          <p:cNvSpPr/>
          <p:nvPr/>
        </p:nvSpPr>
        <p:spPr>
          <a:xfrm>
            <a:off x="1828800" y="441767"/>
            <a:ext cx="4648200" cy="625033"/>
          </a:xfrm>
          <a:prstGeom prst="roundRect">
            <a:avLst/>
          </a:prstGeom>
          <a:solidFill>
            <a:srgbClr val="ED7D31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Projeto Integrador Interdisciplinar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C11BD897-B763-46EB-9EED-C8987C1680DE}"/>
              </a:ext>
            </a:extLst>
          </p:cNvPr>
          <p:cNvSpPr txBox="1"/>
          <p:nvPr/>
        </p:nvSpPr>
        <p:spPr>
          <a:xfrm>
            <a:off x="2205991" y="2182425"/>
            <a:ext cx="8965592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pt-BR" sz="2400" b="1" dirty="0">
                <a:solidFill>
                  <a:schemeClr val="bg1"/>
                </a:solidFill>
              </a:rPr>
              <a:t>Atlas Digital Interativo de Citologia</a:t>
            </a:r>
          </a:p>
        </p:txBody>
      </p:sp>
      <p:sp>
        <p:nvSpPr>
          <p:cNvPr id="3" name="Rounded Rectangle 5">
            <a:extLst>
              <a:ext uri="{FF2B5EF4-FFF2-40B4-BE49-F238E27FC236}">
                <a16:creationId xmlns:a16="http://schemas.microsoft.com/office/drawing/2014/main" id="{E6E8D73D-72F4-B6D4-65CA-91FCCA936DCF}"/>
              </a:ext>
            </a:extLst>
          </p:cNvPr>
          <p:cNvSpPr/>
          <p:nvPr/>
        </p:nvSpPr>
        <p:spPr>
          <a:xfrm>
            <a:off x="7315200" y="441767"/>
            <a:ext cx="3966210" cy="625033"/>
          </a:xfrm>
          <a:prstGeom prst="roundRect">
            <a:avLst/>
          </a:prstGeom>
          <a:solidFill>
            <a:srgbClr val="9FBD3B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1" i="0" u="none" strike="noStrike" kern="0" cap="none" spc="0" normalizeH="0" baseline="0" noProof="0" dirty="0">
                <a:ln>
                  <a:noFill/>
                </a:ln>
                <a:solidFill>
                  <a:srgbClr val="17327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Parceiro:</a:t>
            </a:r>
            <a:r>
              <a:rPr kumimoji="0" lang="pt-BR" sz="2000" i="0" u="none" strike="noStrike" kern="0" cap="none" spc="0" normalizeH="0" baseline="0" noProof="0" dirty="0">
                <a:ln>
                  <a:noFill/>
                </a:ln>
                <a:solidFill>
                  <a:srgbClr val="17327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lang="pt-BR" sz="2000" kern="0" dirty="0">
                <a:solidFill>
                  <a:srgbClr val="173275"/>
                </a:solidFill>
                <a:latin typeface="Calibri" panose="020F0502020204030204"/>
              </a:rPr>
              <a:t>FMABC</a:t>
            </a:r>
            <a:endParaRPr kumimoji="0" lang="pt-BR" sz="2000" i="0" u="none" strike="noStrike" kern="0" cap="none" spc="0" normalizeH="0" baseline="0" noProof="0" dirty="0">
              <a:ln>
                <a:noFill/>
              </a:ln>
              <a:solidFill>
                <a:srgbClr val="17327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69106-C147-85AD-62E1-0A64909B1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FF23D6F-5162-004B-359A-F7BF71D0A902}"/>
              </a:ext>
            </a:extLst>
          </p:cNvPr>
          <p:cNvSpPr txBox="1"/>
          <p:nvPr/>
        </p:nvSpPr>
        <p:spPr>
          <a:xfrm>
            <a:off x="442595" y="278765"/>
            <a:ext cx="10911205" cy="566822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pt-BR" sz="3600" b="1" spc="-40" dirty="0">
                <a:solidFill>
                  <a:schemeClr val="bg1"/>
                </a:solidFill>
                <a:latin typeface="Calibri Light"/>
                <a:ea typeface="Calibri Light"/>
                <a:cs typeface="Calibri Light"/>
              </a:rPr>
              <a:t>Objetivos</a:t>
            </a:r>
            <a:endParaRPr lang="pt-PT" dirty="0">
              <a:solidFill>
                <a:schemeClr val="bg1"/>
              </a:solidFill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4D43CA23-F1FC-1816-B7D6-02769E1BD878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93357" y="6533728"/>
            <a:ext cx="3861435" cy="204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0"/>
              </a:lnSpc>
            </a:pPr>
            <a:r>
              <a:rPr lang="pt-BR" spc="-90" dirty="0"/>
              <a:t>Projeto</a:t>
            </a:r>
            <a:r>
              <a:rPr lang="pt-BR" spc="10" dirty="0"/>
              <a:t> </a:t>
            </a:r>
            <a:r>
              <a:rPr lang="pt-BR" spc="-80" dirty="0"/>
              <a:t>Integrador Interdisciplinar</a:t>
            </a:r>
            <a:endParaRPr lang="pt-BR" spc="-130" dirty="0"/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A5941E37-C985-4653-F3E7-235B9FC88FE5}"/>
              </a:ext>
            </a:extLst>
          </p:cNvPr>
          <p:cNvSpPr txBox="1">
            <a:spLocks/>
          </p:cNvSpPr>
          <p:nvPr/>
        </p:nvSpPr>
        <p:spPr>
          <a:xfrm>
            <a:off x="785427" y="1701674"/>
            <a:ext cx="10622161" cy="3448549"/>
          </a:xfrm>
          <a:prstGeom prst="rect">
            <a:avLst/>
          </a:prstGeom>
        </p:spPr>
        <p:txBody>
          <a:bodyPr lIns="0" tIns="0" rIns="0" bIns="0" anchor="t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Font typeface="Arial"/>
              <a:buChar char="•"/>
            </a:pPr>
            <a:r>
              <a:rPr lang="pt-BR" sz="2800" dirty="0">
                <a:ea typeface="+mj-lt"/>
                <a:cs typeface="+mj-lt"/>
              </a:rPr>
              <a:t>Armazenar as imagens citológicas grandes;</a:t>
            </a:r>
            <a:endParaRPr lang="pt-BR" sz="2800" dirty="0">
              <a:ea typeface="Calibri"/>
              <a:cs typeface="Calibri"/>
            </a:endParaRPr>
          </a:p>
          <a:p>
            <a:pPr algn="l">
              <a:buFont typeface="Arial"/>
              <a:buChar char="•"/>
            </a:pPr>
            <a:r>
              <a:rPr lang="pt-BR" sz="2800" dirty="0">
                <a:ea typeface="+mj-lt"/>
                <a:cs typeface="+mj-lt"/>
              </a:rPr>
              <a:t>Adicionar ou remover imagens da base do atlas;</a:t>
            </a:r>
            <a:endParaRPr lang="pt-BR" dirty="0"/>
          </a:p>
          <a:p>
            <a:pPr algn="l">
              <a:buFont typeface="Arial"/>
              <a:buChar char="•"/>
            </a:pPr>
            <a:r>
              <a:rPr lang="pt-BR" sz="2800" dirty="0">
                <a:ea typeface="+mj-lt"/>
                <a:cs typeface="+mj-lt"/>
              </a:rPr>
              <a:t>Acessar e renderizar de forma fluida essas imagens grandes;</a:t>
            </a:r>
            <a:endParaRPr lang="pt-BR" dirty="0"/>
          </a:p>
          <a:p>
            <a:pPr algn="l">
              <a:buFont typeface="Arial"/>
              <a:buChar char="•"/>
            </a:pPr>
            <a:r>
              <a:rPr lang="pt-BR" sz="2800" dirty="0">
                <a:ea typeface="+mj-lt"/>
                <a:cs typeface="+mj-lt"/>
              </a:rPr>
              <a:t>Ampliar a imagem em até 1000x de forma fluida;</a:t>
            </a:r>
            <a:endParaRPr lang="pt-BR" dirty="0"/>
          </a:p>
          <a:p>
            <a:pPr algn="l">
              <a:buFont typeface="Arial"/>
              <a:buChar char="•"/>
            </a:pPr>
            <a:r>
              <a:rPr lang="pt-BR" sz="2800" dirty="0">
                <a:ea typeface="+mj-lt"/>
                <a:cs typeface="+mj-lt"/>
              </a:rPr>
              <a:t>Permitir o usuário se locomover pela imagem;</a:t>
            </a:r>
            <a:endParaRPr lang="pt-BR" dirty="0"/>
          </a:p>
          <a:p>
            <a:pPr algn="l">
              <a:buFont typeface="Arial"/>
              <a:buChar char="•"/>
            </a:pPr>
            <a:r>
              <a:rPr lang="pt-BR" sz="2800" dirty="0">
                <a:ea typeface="+mj-lt"/>
                <a:cs typeface="+mj-lt"/>
              </a:rPr>
              <a:t>Permitir o usuário fazer anotações sobre as imagens;</a:t>
            </a:r>
            <a:endParaRPr lang="pt-BR" dirty="0"/>
          </a:p>
          <a:p>
            <a:pPr algn="l">
              <a:buFont typeface="Arial"/>
              <a:buChar char="•"/>
            </a:pPr>
            <a:r>
              <a:rPr lang="pt-BR" sz="2800" dirty="0">
                <a:ea typeface="+mj-lt"/>
                <a:cs typeface="+mj-lt"/>
              </a:rPr>
              <a:t>Poder trabalhar com essas imagens tanto no </a:t>
            </a:r>
            <a:r>
              <a:rPr lang="pt-BR" sz="2800" dirty="0" err="1">
                <a:ea typeface="+mj-lt"/>
                <a:cs typeface="+mj-lt"/>
              </a:rPr>
              <a:t>pc</a:t>
            </a:r>
            <a:r>
              <a:rPr lang="pt-BR" sz="2800" dirty="0">
                <a:ea typeface="+mj-lt"/>
                <a:cs typeface="+mj-lt"/>
              </a:rPr>
              <a:t> quanto no celular ou tablet;</a:t>
            </a:r>
            <a:endParaRPr lang="pt-BR" dirty="0"/>
          </a:p>
          <a:p>
            <a:pPr algn="l">
              <a:buFont typeface="Arial"/>
              <a:buChar char="•"/>
            </a:pPr>
            <a:r>
              <a:rPr lang="pt-BR" sz="2800" dirty="0">
                <a:ea typeface="+mj-lt"/>
                <a:cs typeface="+mj-lt"/>
              </a:rPr>
              <a:t>Desenvolver uma interface intuitiva e acessível para os usuários;</a:t>
            </a:r>
            <a:endParaRPr lang="pt-BR" dirty="0"/>
          </a:p>
          <a:p>
            <a:pPr algn="l">
              <a:buFont typeface="Arial"/>
              <a:buChar char="•"/>
            </a:pPr>
            <a:r>
              <a:rPr lang="pt-BR" sz="2800" dirty="0">
                <a:ea typeface="+mj-lt"/>
                <a:cs typeface="+mj-lt"/>
              </a:rPr>
              <a:t>Desenvolver uma plataforma que suporta essas imagens;</a:t>
            </a:r>
            <a:endParaRPr lang="pt-BR" dirty="0"/>
          </a:p>
          <a:p>
            <a:pPr marL="457200" indent="-457200" algn="l">
              <a:lnSpc>
                <a:spcPct val="100000"/>
              </a:lnSpc>
              <a:buFont typeface="Arial"/>
              <a:buChar char="•"/>
            </a:pPr>
            <a:endParaRPr lang="pt-BR" sz="28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958292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2595" y="278765"/>
            <a:ext cx="10911205" cy="566822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pt-BR" sz="3600" b="1" spc="-40" dirty="0">
                <a:solidFill>
                  <a:schemeClr val="bg1"/>
                </a:solidFill>
                <a:latin typeface="Calibri Light"/>
                <a:ea typeface="Calibri Light"/>
                <a:cs typeface="Calibri Light"/>
              </a:rPr>
              <a:t>Stack de Tecnologias</a:t>
            </a:r>
            <a:endParaRPr lang="pt-PT" dirty="0">
              <a:solidFill>
                <a:schemeClr val="bg1"/>
              </a:solidFill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xfrm>
            <a:off x="193357" y="6533728"/>
            <a:ext cx="3861435" cy="204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0"/>
              </a:lnSpc>
            </a:pPr>
            <a:r>
              <a:rPr lang="pt-BR" spc="-90" dirty="0"/>
              <a:t>Projeto</a:t>
            </a:r>
            <a:r>
              <a:rPr lang="pt-BR" spc="10" dirty="0"/>
              <a:t> </a:t>
            </a:r>
            <a:r>
              <a:rPr lang="pt-BR" spc="-80" dirty="0"/>
              <a:t>Integrador Interdisciplinar</a:t>
            </a:r>
            <a:endParaRPr lang="pt-BR" spc="-130" dirty="0"/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E3003055-4ED3-4DB6-903E-B3A96CD78C86}"/>
              </a:ext>
            </a:extLst>
          </p:cNvPr>
          <p:cNvSpPr txBox="1">
            <a:spLocks/>
          </p:cNvSpPr>
          <p:nvPr/>
        </p:nvSpPr>
        <p:spPr>
          <a:xfrm>
            <a:off x="807839" y="2037850"/>
            <a:ext cx="10622161" cy="3448549"/>
          </a:xfrm>
          <a:prstGeom prst="rect">
            <a:avLst/>
          </a:prstGeom>
        </p:spPr>
        <p:txBody>
          <a:bodyPr lIns="0" tIns="0" rIns="0" bIns="0" anchor="t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l">
              <a:lnSpc>
                <a:spcPct val="100000"/>
              </a:lnSpc>
              <a:buFont typeface="Arial,Sans-Serif"/>
              <a:buChar char="•"/>
            </a:pPr>
            <a:r>
              <a:rPr lang="pt-BR" sz="2800" dirty="0">
                <a:ea typeface="Calibri"/>
                <a:cs typeface="Calibri"/>
              </a:rPr>
              <a:t>Linguagem: Dart e </a:t>
            </a:r>
            <a:r>
              <a:rPr lang="pt-BR" sz="2800" dirty="0" err="1">
                <a:ea typeface="Calibri"/>
                <a:cs typeface="Calibri"/>
              </a:rPr>
              <a:t>JavaScript</a:t>
            </a:r>
            <a:endParaRPr lang="en-US" sz="2800" dirty="0" err="1">
              <a:ea typeface="Calibri"/>
              <a:cs typeface="Calibri"/>
            </a:endParaRPr>
          </a:p>
          <a:p>
            <a:pPr marL="457200" indent="-457200" algn="l">
              <a:lnSpc>
                <a:spcPct val="100000"/>
              </a:lnSpc>
              <a:buFont typeface="Arial,Sans-Serif"/>
              <a:buChar char="•"/>
            </a:pPr>
            <a:r>
              <a:rPr lang="pt-BR" sz="2800" dirty="0">
                <a:ea typeface="Calibri"/>
                <a:cs typeface="Calibri"/>
              </a:rPr>
              <a:t>UI: </a:t>
            </a:r>
            <a:r>
              <a:rPr lang="pt-BR" sz="2800" dirty="0" err="1">
                <a:ea typeface="Calibri"/>
                <a:cs typeface="Calibri"/>
              </a:rPr>
              <a:t>Flutter</a:t>
            </a:r>
          </a:p>
          <a:p>
            <a:pPr marL="457200" indent="-457200" algn="l">
              <a:lnSpc>
                <a:spcPct val="100000"/>
              </a:lnSpc>
              <a:buFont typeface="Arial,Sans-Serif"/>
              <a:buChar char="•"/>
            </a:pPr>
            <a:r>
              <a:rPr lang="pt-BR" sz="2800" dirty="0">
                <a:ea typeface="Calibri"/>
                <a:cs typeface="Calibri"/>
              </a:rPr>
              <a:t>Banco: MySQL e </a:t>
            </a:r>
            <a:r>
              <a:rPr lang="pt-BR" sz="2800" dirty="0" err="1">
                <a:ea typeface="Calibri"/>
                <a:cs typeface="Calibri"/>
              </a:rPr>
              <a:t>MongoDB</a:t>
            </a:r>
          </a:p>
          <a:p>
            <a:pPr marL="457200" indent="-457200" algn="l">
              <a:lnSpc>
                <a:spcPct val="100000"/>
              </a:lnSpc>
              <a:buFont typeface="Arial,Sans-Serif"/>
              <a:buChar char="•"/>
            </a:pPr>
            <a:r>
              <a:rPr lang="pt-BR" sz="2800" dirty="0">
                <a:ea typeface="Calibri"/>
                <a:cs typeface="Calibri"/>
              </a:rPr>
              <a:t>Versionamento: </a:t>
            </a:r>
            <a:r>
              <a:rPr lang="pt-BR" sz="2800" dirty="0" err="1">
                <a:ea typeface="Calibri"/>
                <a:cs typeface="Calibri"/>
              </a:rPr>
              <a:t>Git</a:t>
            </a:r>
            <a:r>
              <a:rPr lang="pt-BR" sz="2800" dirty="0">
                <a:ea typeface="Calibri"/>
                <a:cs typeface="Calibri"/>
              </a:rPr>
              <a:t>/GitHub</a:t>
            </a:r>
            <a:endParaRPr lang="pt-BR" dirty="0"/>
          </a:p>
        </p:txBody>
      </p:sp>
      <p:pic>
        <p:nvPicPr>
          <p:cNvPr id="7" name="Imagem 6" descr="Logotipo&#10;&#10;O conteúdo gerado por IA pode estar incorreto.">
            <a:extLst>
              <a:ext uri="{FF2B5EF4-FFF2-40B4-BE49-F238E27FC236}">
                <a16:creationId xmlns:a16="http://schemas.microsoft.com/office/drawing/2014/main" id="{DBA7A82D-5A3C-87C6-7E2F-4A1D365B4A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267" b="10276"/>
          <a:stretch>
            <a:fillRect/>
          </a:stretch>
        </p:blipFill>
        <p:spPr>
          <a:xfrm>
            <a:off x="1936402" y="4191662"/>
            <a:ext cx="4221278" cy="2128007"/>
          </a:xfrm>
          <a:prstGeom prst="rect">
            <a:avLst/>
          </a:prstGeom>
        </p:spPr>
      </p:pic>
      <p:pic>
        <p:nvPicPr>
          <p:cNvPr id="6" name="Imagem 5" descr="File:JavaScript-logo.png - Wikimedia Commons">
            <a:extLst>
              <a:ext uri="{FF2B5EF4-FFF2-40B4-BE49-F238E27FC236}">
                <a16:creationId xmlns:a16="http://schemas.microsoft.com/office/drawing/2014/main" id="{C1911F4D-D5F9-162E-B1E9-47303C765F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988" y="1713362"/>
            <a:ext cx="1467972" cy="1445560"/>
          </a:xfrm>
          <a:prstGeom prst="rect">
            <a:avLst/>
          </a:prstGeom>
        </p:spPr>
      </p:pic>
      <p:pic>
        <p:nvPicPr>
          <p:cNvPr id="8" name="Imagem 7" descr="Logotipo, nome da empresa&#10;&#10;O conteúdo gerado por IA pode estar incorreto.">
            <a:extLst>
              <a:ext uri="{FF2B5EF4-FFF2-40B4-BE49-F238E27FC236}">
                <a16:creationId xmlns:a16="http://schemas.microsoft.com/office/drawing/2014/main" id="{6E57BB36-B38F-520C-E8DF-B99754A27B6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291" t="3167" r="291" b="-3168"/>
          <a:stretch>
            <a:fillRect/>
          </a:stretch>
        </p:blipFill>
        <p:spPr>
          <a:xfrm>
            <a:off x="9711290" y="3636890"/>
            <a:ext cx="1609726" cy="1609727"/>
          </a:xfrm>
          <a:prstGeom prst="rect">
            <a:avLst/>
          </a:prstGeom>
        </p:spPr>
      </p:pic>
      <p:pic>
        <p:nvPicPr>
          <p:cNvPr id="5" name="Imagem 4" descr="File:Dart programming language logo icon.svg - Wikimedia Commons">
            <a:extLst>
              <a:ext uri="{FF2B5EF4-FFF2-40B4-BE49-F238E27FC236}">
                <a16:creationId xmlns:a16="http://schemas.microsoft.com/office/drawing/2014/main" id="{458E0478-BBDD-4CCF-83BD-F032F64396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7089" y="1131792"/>
            <a:ext cx="1467971" cy="1445560"/>
          </a:xfrm>
          <a:prstGeom prst="rect">
            <a:avLst/>
          </a:prstGeom>
        </p:spPr>
      </p:pic>
      <p:pic>
        <p:nvPicPr>
          <p:cNvPr id="10" name="Imagem 9" descr="Hi-Res Flutter Logo Download | Logos - NUMI">
            <a:extLst>
              <a:ext uri="{FF2B5EF4-FFF2-40B4-BE49-F238E27FC236}">
                <a16:creationId xmlns:a16="http://schemas.microsoft.com/office/drawing/2014/main" id="{E74EB82C-448C-FB7E-1F52-90F1F3C3EA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8350" y="3163611"/>
            <a:ext cx="1579908" cy="1568865"/>
          </a:xfrm>
          <a:prstGeom prst="rect">
            <a:avLst/>
          </a:prstGeom>
        </p:spPr>
      </p:pic>
      <p:pic>
        <p:nvPicPr>
          <p:cNvPr id="11" name="Imagem 10" descr="Code, development, logo, mongodb, programming icon - Free download">
            <a:extLst>
              <a:ext uri="{FF2B5EF4-FFF2-40B4-BE49-F238E27FC236}">
                <a16:creationId xmlns:a16="http://schemas.microsoft.com/office/drawing/2014/main" id="{B18752A5-1DC2-06EB-0B99-AC5A109D147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90904" y="4391992"/>
            <a:ext cx="2182192" cy="214906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6321" y="412029"/>
            <a:ext cx="11239356" cy="603393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152</TotalTime>
  <Words>98</Words>
  <Application>Microsoft Office PowerPoint</Application>
  <PresentationFormat>Ecrã Panorâmico</PresentationFormat>
  <Paragraphs>7</Paragraphs>
  <Slides>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dos diapositivos</vt:lpstr>
      </vt:variant>
      <vt:variant>
        <vt:i4>4</vt:i4>
      </vt:variant>
    </vt:vector>
  </HeadingPairs>
  <TitlesOfParts>
    <vt:vector size="5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Victor Hugo Regep Silva</dc:creator>
  <cp:lastModifiedBy>RUDOLF THEODERICH BUHLER</cp:lastModifiedBy>
  <cp:revision>117</cp:revision>
  <dcterms:created xsi:type="dcterms:W3CDTF">2023-08-08T10:49:40Z</dcterms:created>
  <dcterms:modified xsi:type="dcterms:W3CDTF">2025-11-22T00:08:18Z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2022-08-09T00:00:00Z</vt:filetime>
  </property>
  <property fmtid="{D5CDD505-2E9C-101B-9397-08002B2CF9AE}" pid="3" name="Creator">
    <vt:lpwstr>Microsoft® PowerPoint® para Microsoft 365</vt:lpwstr>
  </property>
  <property fmtid="{D5CDD505-2E9C-101B-9397-08002B2CF9AE}" pid="4" name="LastSaved">
    <vt:filetime>2023-08-08T00:00:00Z</vt:filetime>
  </property>
</Properties>
</file>